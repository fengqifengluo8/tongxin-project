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动态围栏智能警务系统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Command &amp; Communication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3200400"/>
            <a:ext cx="54864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A"/>
                </a:solidFill>
              </a:rPr>
              <a:t>系统展示 PPT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2026.06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1. 项目概述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2. 技术架构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3. 数据库设计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4. API接口设计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5. WebSocket实时通信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6. 三层动态围栏算法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7. 智能调度系统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8. 安全体系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9. 前端架构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10. 系统演示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系统定位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基于Spring Boot 3.1.x + Vue 3的智能警务指挥通信平台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核心功能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三层动态围栏（3km/8km/15km）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智能警力调度与路径规划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实时WebSocket通信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多角色协同（指挥官/警员/公众）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4114800" cy="16459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前端技术栈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Vue 3 (CDN)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Leaflet.js 地图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Three.js 3D可视化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WebSocket原生API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后端技术栈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Spring Boot 3.1.x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MyBatis-Plus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MySQL 8.0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WebSocket Handler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</a:rPr>
              <a:t>基础设施与集成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高德Driving API（路线规划）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SM4国密算法（数据加密）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JWT Token认证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局域网部署（192.168.31.x）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8张核心数据表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用户认证与角色管理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police_unit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警员单位信息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alarm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警情事件记录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182880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dispatch_task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调度任务管理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command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指令通信记录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292608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fence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动态围栏配置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public_event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公众事件公示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2926080"/>
            <a:ext cx="2011680" cy="9144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operation_log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系统操作日志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核心表结构 - user表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1148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字段名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BIGINT PK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主键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VARCHAR(50)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用户名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VARCHAR(100)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密码（加密）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VARCHAR(20)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角色（commander/officer/guest）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BIGINT FK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所属单位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created_at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DATETIME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创建时间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API接口设计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7个Controller · 12个REST端点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UserController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/api/user/login  /api/user/register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OfficerController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/api/officer/report  /api/officer/reinforce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CommanderController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/api/commander/events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DispatchController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/api/dispatch/nearest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FenceController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/api/fence/dynamic-polygon  /api/fence/config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GuestController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/api/guest/feedback  /api/guest/public/event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CertController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5212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/ca-cert  /cert-help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核心API端点详解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端点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/api/user/login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用户登录认证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/api/user/register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用户注册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/api/officer/report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警员位置上报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/api/officer/reinforce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请求增援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/api/dispatch/nearest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查找最近警力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/api/fence/dynamic-polygon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获取动态围栏多边形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WebSocket实时通信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CommandWebSocketHandler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支持的消息类型：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40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连接请求/响应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警员状态更新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位置实时推送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指令下达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增援请求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069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围栏告警通知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</a:rPr>
              <a:t>实时双向通信  ·  自动重连机制  ·  心跳检测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三层动态围栏算法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91440" cy="7315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核心圈（红色）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半径：3km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事件点触发，立即响应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91440" cy="731520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缓冲圈（橙色）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半径：8km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手动调度参考区域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731520"/>
          </a:xfrm>
          <a:prstGeom prst="rect">
            <a:avLst/>
          </a:prstGeom>
          <a:solidFill>
            <a:srgbClr val="0088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扩展圈（蓝色）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半径：15km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大范围警力调配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基于多尺度Perlin噪声 + 高斯平滑 生成自然多边形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智能调度系统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ETA最优调度算法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获取警情位置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查询在线警员位置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004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调用高德API计算ETA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49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综合评分排序（ETA + 交通状况 + 警员状态）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976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5. 返回最优警力列表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114800" cy="1188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JWT认证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HS256签名，Token有效期管理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4114800" cy="1188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SM4加密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国密算法，敏感数据加密存储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188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限流保护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滑动窗口算法，防止暴力破解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4114800" cy="1188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HTTPS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SSL/TLS加密传输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4114800" cy="1188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角色权限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三角色体系（commander/officer/guest）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4389120"/>
            <a:ext cx="4114800" cy="1188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操作日志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4937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关键操作全程记录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技术选型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Vue 3 (CDN引入，无需构建)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Leaflet.js - 开源地图库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Three.js - 3D指挥中心可视化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WebSocket原生API - 实时通信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Tailwind CSS - 样式框架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页面结构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index.html - 主界面（Hub/Commander/Officer/Guest）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12254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command-center.html - 3D指挥中心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 - 指挥端界面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核心功能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实时查看在线警员位置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三层动态围栏可视化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一键调度与指令下达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WebSocket实时通信状态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警情事件管理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</a:rPr>
              <a:t>7格卡片布局  ·  三层围栏多边形  ·  WebSocket连接列表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 - 警员端界面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核心功能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实时位置上报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接收指挥端指令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增援请求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四色地图标记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双路线叠加显示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5100"/>
                </a:solidFill>
              </a:rPr>
              <a:t>实时位置追踪  ·  指令通道  ·  通讯与协同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 - 公众端界面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核心功能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查看公示事件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反馈问题/建议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公众评分系统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事件状态跟踪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A1B9A"/>
                </a:solidFill>
              </a:rPr>
              <a:t>公示事件列表  ·  反馈表单  ·  评分系统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2560320" cy="11887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🎯 智能算法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三层动态围栏 + ETA最优调度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60320" cy="11887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⚡ 实时通信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WebSocket双向实时通信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1887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🔒 安全可控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SM4国密算法 + JWT认证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560320" cy="11887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🎨 现代UI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Vue 3 + Three.js 3D可视化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200400"/>
            <a:ext cx="2560320" cy="11887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📊 数据驱动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多维度数据分析与展示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200400"/>
            <a:ext cx="2560320" cy="1188720"/>
          </a:xfrm>
          <a:prstGeom prst="rect">
            <a:avLst/>
          </a:prstGeom>
          <a:solidFill>
            <a:srgbClr val="12254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🚀 高性能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Spring Boot 3.1.x + 局域网部署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并发用户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100+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在线警员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响应时间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&lt;100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定位精度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3-15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km（围栏）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数据表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张核心表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API端点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个REST接口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WebSocket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94360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种消息类型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测试覆盖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单元测试 - Service层算法验证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集成测试 - API接口测试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压力测试 - 多用户并发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安全测试 - JWT认证与限流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UI测试 - 多浏览器兼容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已知问题与优化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• DispatchController参数Bug（已发现）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• JDK 25兼容性问题中（spring-boot-maven-plugin）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• MPU6050初始化死循环（硬件端）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短期（1-3个月）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修复已知Bug  • 优化调度算法  • 增加数据分析模块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中期（3-6个月）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移动端App开发  • AI视频分析集成  • 多部门协同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长期（6-12个月）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全市推广部署  • 大数据分析平台  • 智能预测预警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团队与致谢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研发团队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tongxin-project研发团队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技术栈支持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Spring Boot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Vue 3 + Leaflet.js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高德地图API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MySQL + MyBatis-Plus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2926080"/>
            <a:ext cx="54864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Questions &amp; Answers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动态围栏智能警务系统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动态围栏智能警务系统 - 系统展示</dc:title>
  <dc:subject>PptxGenJS Presentation</dc:subject>
  <dc:creator> tongxin-project研发团队</dc:creator>
  <cp:lastModifiedBy> tongxin-project研发团队</cp:lastModifiedBy>
  <cp:revision>1</cp:revision>
  <dcterms:created xsi:type="dcterms:W3CDTF">2026-06-05T13:50:11Z</dcterms:created>
  <dcterms:modified xsi:type="dcterms:W3CDTF">2026-06-05T13:50:11Z</dcterms:modified>
</cp:coreProperties>
</file>